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DAAB9-5DEB-44B3-AA46-6E10E2EB6126}" v="81" dt="2026-05-05T07:56:56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D5F04-FFC9-4D4C-BDE3-286AEE4E0DFA}" type="datetimeFigureOut"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F778D-CE11-4907-B930-5E470F95A4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7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2" y="559081"/>
            <a:ext cx="6099170" cy="2669894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82" y="3501987"/>
            <a:ext cx="6099170" cy="1012863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07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4" y="1682782"/>
            <a:ext cx="6867216" cy="2832068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03" y="628651"/>
            <a:ext cx="6867217" cy="1054131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8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8" y="562970"/>
            <a:ext cx="8134917" cy="97811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721" y="1556438"/>
            <a:ext cx="3428466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671" y="1556438"/>
            <a:ext cx="3577643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3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37" y="557852"/>
            <a:ext cx="8073203" cy="7690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721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721" y="2008948"/>
            <a:ext cx="3428465" cy="26300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975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975" y="2008947"/>
            <a:ext cx="3428465" cy="2630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324"/>
            <a:ext cx="5430220" cy="266065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7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7" y="574977"/>
            <a:ext cx="2963809" cy="113297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0" y="526840"/>
            <a:ext cx="4687491" cy="398801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965" y="1707948"/>
            <a:ext cx="2814560" cy="28069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99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29" y="574387"/>
            <a:ext cx="2996770" cy="1331084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29050" y="628651"/>
            <a:ext cx="4687491" cy="388619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03" y="1914525"/>
            <a:ext cx="2802422" cy="2600324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03" y="47402"/>
            <a:ext cx="2057400" cy="238666"/>
          </a:xfrm>
        </p:spPr>
        <p:txBody>
          <a:bodyPr/>
          <a:lstStyle/>
          <a:p>
            <a:fld id="{3220A08F-2B1D-4498-A043-7C299B1C2561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14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088"/>
            <a:ext cx="8156965" cy="9109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601" y="1479076"/>
            <a:ext cx="8136655" cy="30357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5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9622" y="566986"/>
            <a:ext cx="1708164" cy="40037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566986"/>
            <a:ext cx="6172565" cy="40037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9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51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465151"/>
            <a:ext cx="7467560" cy="1079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601" y="1730086"/>
            <a:ext cx="7467560" cy="29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103" y="47402"/>
            <a:ext cx="2057400" cy="238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012" y="4818571"/>
            <a:ext cx="30449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2963" y="4819362"/>
            <a:ext cx="3223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56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96" userDrawn="1">
          <p15:clr>
            <a:srgbClr val="F26B43"/>
          </p15:clr>
        </p15:guide>
        <p15:guide id="19" orient="horz" pos="1620" userDrawn="1">
          <p15:clr>
            <a:srgbClr val="F26B43"/>
          </p15:clr>
        </p15:guide>
        <p15:guide id="2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389120"/>
            <a:ext cx="32004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428 – AI Essentials  |  Lovely Professional University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Maintenance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Homewise AI – Your Smart Home Repair Assistant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822960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767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Naja </a:t>
            </a: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Hindh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K   |   Aquinas M P   |   Ashish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0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Dimple Nagpal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393192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Homewise AI?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home maintenance assistant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fix everyday household problems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step-by-step repair guidance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24×7 from any browser – no install needed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17720" y="1005840"/>
            <a:ext cx="411480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1481328"/>
            <a:ext cx="38404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 (web interface)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with Llama 3.3 70B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Cloud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to use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260604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1704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Help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235915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 at home, most people don't know what to do or where to start.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260604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1704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9476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is Scattered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1664208"/>
            <a:ext cx="235915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spread across YouTube, forums, blogs — finding the right one wastes hours.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051560"/>
            <a:ext cx="260604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1704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940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are Costly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1664208"/>
            <a:ext cx="235915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technician for a minor repair can be expensive, especially in smaller towns.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4480560"/>
            <a:ext cx="8366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480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Homewise AI gives instant, accurate repair guidance — free, simple, and always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Objectives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3749040" cy="2999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step-by-step repair guidance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electrical, plumbing &amp; appliances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safety warnings in responses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professionals when needed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1572768"/>
            <a:ext cx="3749040" cy="2999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Groq AI API (Llama 3.3 70B)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focused system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public web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conversation memory across turns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19202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475488"/>
          </a:xfrm>
          <a:prstGeom prst="rect">
            <a:avLst/>
          </a:prstGeom>
          <a:solidFill>
            <a:srgbClr val="1A2545"/>
          </a:solidFill>
          <a:ln w="12700">
            <a:solidFill>
              <a:srgbClr val="1A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783080"/>
            <a:ext cx="1773936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home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question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214884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96312" y="1234440"/>
            <a:ext cx="19202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96312" y="1234440"/>
            <a:ext cx="1920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42032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69464" y="1783080"/>
            <a:ext cx="1773936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input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148840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72584" y="1234440"/>
            <a:ext cx="19202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72584" y="1234440"/>
            <a:ext cx="192024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8304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45736" y="1783080"/>
            <a:ext cx="1773936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answer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148840"/>
            <a:ext cx="256032" cy="25603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48856" y="1234440"/>
            <a:ext cx="192024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48856" y="1234440"/>
            <a:ext cx="192024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94576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922008" y="1783080"/>
            <a:ext cx="1773936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displayed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20040" y="3822192"/>
            <a:ext cx="85039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02920" y="3858768"/>
            <a:ext cx="8229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3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Session Memory  </a:t>
            </a:r>
            <a:r>
              <a:rPr lang="en-US" sz="13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Conversation history is kept throughout the </a:t>
            </a:r>
            <a:r>
              <a:rPr lang="en-US" sz="1300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session</a:t>
            </a:r>
            <a:r>
              <a:rPr lang="en-US" sz="13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so follow-up questions work naturally. </a:t>
            </a:r>
            <a:endParaRPr lang="en-US" sz="13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  No Database  </a:t>
            </a:r>
            <a:r>
              <a:rPr lang="en-US" sz="13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Everything runs in-memory — lightweight and fast.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257860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73152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3502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064" y="1792224"/>
            <a:ext cx="23042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repair help via AI conversation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82112" y="1078992"/>
            <a:ext cx="257860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078992"/>
            <a:ext cx="73152" cy="16642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33502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46704" y="1792224"/>
            <a:ext cx="23042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rough cost estimate before starting a repair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16752" y="1078992"/>
            <a:ext cx="257860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16752" y="1078992"/>
            <a:ext cx="73152" cy="16642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33502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832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Calendar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1344" y="1792224"/>
            <a:ext cx="23042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track regular home upkeep tasks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47472" y="2953512"/>
            <a:ext cx="257860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7472" y="2953512"/>
            <a:ext cx="73152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20954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Tips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12064" y="3666744"/>
            <a:ext cx="23042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relevant home care tips for the current season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182112" y="2953512"/>
            <a:ext cx="2578608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82112" y="2953512"/>
            <a:ext cx="73152" cy="16642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209544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22192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46704" y="3666744"/>
            <a:ext cx="23042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chat session as a reference file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24128"/>
            <a:ext cx="843076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424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34640" y="10424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10424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408176"/>
            <a:ext cx="8430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34640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AI library support, clean syntax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7472" y="1975104"/>
            <a:ext cx="8430768" cy="530352"/>
          </a:xfrm>
          <a:prstGeom prst="rect">
            <a:avLst/>
          </a:prstGeom>
          <a:solidFill>
            <a:srgbClr val="EBF4F6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834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&amp; chat UI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chat components, quick deployment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7472" y="2542032"/>
            <a:ext cx="8430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API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83464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engine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6072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LPU inference – responses in &lt; 1 sec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7472" y="3108960"/>
            <a:ext cx="8430768" cy="530352"/>
          </a:xfrm>
          <a:prstGeom prst="rect">
            <a:avLst/>
          </a:prstGeom>
          <a:solidFill>
            <a:srgbClr val="EBF4F6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83464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quality, instruction-following, free tier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47472" y="3675888"/>
            <a:ext cx="8430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124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834640" y="37124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hosting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60720" y="37124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GitHub-integrated, easy secrets management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47472" y="4242816"/>
            <a:ext cx="8430768" cy="530352"/>
          </a:xfrm>
          <a:prstGeom prst="rect">
            <a:avLst/>
          </a:prstGeom>
          <a:solidFill>
            <a:srgbClr val="EBF4F6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83464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60720" y="4279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and CI/CD with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4241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" y="1517904"/>
            <a:ext cx="45720" cy="548640"/>
          </a:xfrm>
          <a:prstGeom prst="rect">
            <a:avLst/>
          </a:prstGeom>
          <a:solidFill>
            <a:srgbClr val="D1E8EC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005840"/>
            <a:ext cx="7790688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0607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13898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homewiseai.streamlit.app — sees suggested repair questions to click or types their own.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7472" y="204825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57784" y="2523744"/>
            <a:ext cx="45720" cy="548640"/>
          </a:xfrm>
          <a:prstGeom prst="rect">
            <a:avLst/>
          </a:prstGeom>
          <a:solidFill>
            <a:srgbClr val="D1E8EC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0120" y="2011680"/>
            <a:ext cx="7790688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97280" y="20665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Sent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2395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packages the system prompt + full chat history + the new question into an API request.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47472" y="305409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57784" y="3529584"/>
            <a:ext cx="45720" cy="548640"/>
          </a:xfrm>
          <a:prstGeom prst="rect">
            <a:avLst/>
          </a:prstGeom>
          <a:solidFill>
            <a:srgbClr val="D1E8EC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0120" y="3017520"/>
            <a:ext cx="7790688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97280" y="30723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Answer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97280" y="34015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Llama 3.3 model processes the request and returns a structured, step-by-step response in under a second.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47472" y="405993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60120" y="4023360"/>
            <a:ext cx="7790688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97280" y="40782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97280" y="4407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appears in the chat. Users can continue asking follow-up questions — the bot remembers the context.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AI Usage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24128"/>
            <a:ext cx="402336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5488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– How We Use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508760"/>
            <a:ext cx="3749040" cy="3337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REST API (JSON format)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system prompt + chat history + user query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Receives: AI-generated repair guidance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securely in Streamlit Secrets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arrive in under 1 second (LPU speed)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024128"/>
            <a:ext cx="4187952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0016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0016" y="1572768"/>
            <a:ext cx="3931920" cy="658368"/>
          </a:xfrm>
          <a:prstGeom prst="rect">
            <a:avLst/>
          </a:prstGeom>
          <a:solidFill>
            <a:srgbClr val="EBF4F6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91456" y="1609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91456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0016" y="232257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91456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91456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— natural, reliable responses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00016" y="3072384"/>
            <a:ext cx="3931920" cy="658368"/>
          </a:xfrm>
          <a:prstGeom prst="rect">
            <a:avLst/>
          </a:prstGeom>
          <a:solidFill>
            <a:srgbClr val="EBF4F6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91456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91456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— precise technical vocabulary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0016" y="3822192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1456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91456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— room for complete guides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4114800" cy="2377440"/>
          </a:xfrm>
          <a:prstGeom prst="rect">
            <a:avLst/>
          </a:prstGeom>
          <a:solidFill>
            <a:srgbClr val="EBF4F6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24128"/>
            <a:ext cx="3968496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Home Screen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Chat Interface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1728" y="1024128"/>
            <a:ext cx="4114800" cy="2377440"/>
          </a:xfrm>
          <a:prstGeom prst="rect">
            <a:avLst/>
          </a:prstGeom>
          <a:solidFill>
            <a:srgbClr val="EBF4F6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24128"/>
            <a:ext cx="3968496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Repair Guidance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Safety Tips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3547872"/>
            <a:ext cx="2633472" cy="1444752"/>
          </a:xfrm>
          <a:prstGeom prst="rect">
            <a:avLst/>
          </a:prstGeom>
          <a:solidFill>
            <a:srgbClr val="EBF4F6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3547872"/>
            <a:ext cx="2487168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Cost Estimator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3547872"/>
            <a:ext cx="2633472" cy="1444752"/>
          </a:xfrm>
          <a:prstGeom prst="rect">
            <a:avLst/>
          </a:prstGeom>
          <a:solidFill>
            <a:srgbClr val="EBF4F6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547872"/>
            <a:ext cx="2487168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Maintenance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3056" y="3547872"/>
            <a:ext cx="2633472" cy="1444752"/>
          </a:xfrm>
          <a:prstGeom prst="rect">
            <a:avLst/>
          </a:prstGeom>
          <a:solidFill>
            <a:srgbClr val="EBF4F6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3547872"/>
            <a:ext cx="2487168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Export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FC464EC8-85E1-EDE6-752A-547DBD68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971" y="1021080"/>
            <a:ext cx="4121458" cy="237744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5BD407-B5D5-98FF-2C7F-C4531B3EE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" y="1027098"/>
            <a:ext cx="4114800" cy="2380644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172A2F-472E-1FC2-919B-F0ACE1316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" y="3550730"/>
            <a:ext cx="2628900" cy="1440561"/>
          </a:xfrm>
          <a:prstGeom prst="rect">
            <a:avLst/>
          </a:prstGeom>
        </p:spPr>
      </p:pic>
      <p:pic>
        <p:nvPicPr>
          <p:cNvPr id="18" name="Picture 17" descr="A screenshot of a task list&#10;&#10;AI-generated content may be incorrect.">
            <a:extLst>
              <a:ext uri="{FF2B5EF4-FFF2-40B4-BE49-F238E27FC236}">
                <a16:creationId xmlns:a16="http://schemas.microsoft.com/office/drawing/2014/main" id="{E2B45AA0-8408-2EEE-1590-7AFF80327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3740" y="3547441"/>
            <a:ext cx="2636520" cy="1447137"/>
          </a:xfrm>
          <a:prstGeom prst="rect">
            <a:avLst/>
          </a:prstGeom>
        </p:spPr>
      </p:pic>
      <p:pic>
        <p:nvPicPr>
          <p:cNvPr id="19" name="Picture 18" descr="A screenshot of a report&#10;&#10;AI-generated content may be incorrect.">
            <a:extLst>
              <a:ext uri="{FF2B5EF4-FFF2-40B4-BE49-F238E27FC236}">
                <a16:creationId xmlns:a16="http://schemas.microsoft.com/office/drawing/2014/main" id="{4138B07E-3BE6-C21D-0903-09AA062565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634" y="3550920"/>
            <a:ext cx="2624792" cy="1440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95528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5156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161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430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4904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access from any device — no waiting for a technician's schedule.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90872" y="105156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2161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1430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57800" y="14904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charges at the point of use. Saves money on unnecessary service calls.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7472" y="237744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54203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4688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Guidance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warnings are built into every repair response by default.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90872" y="237744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54203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4688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25780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conversation — follow-up questions work naturally.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47472" y="370332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86791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1440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browser. No apps, no signup, no setup required.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90872" y="3703320"/>
            <a:ext cx="4069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86791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57800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Coverage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25780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Electrical, plumbing, appliances, and general upkeep — all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7909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Homewise AI is a practical, working AI application built for a real everyday need.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29184" cy="548640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21408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66544"/>
            <a:ext cx="7909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how Generative AI, prompt engineering, and Streamlit can be combined quickly and effectively.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29184" cy="548640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962656"/>
            <a:ext cx="7909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instant, safe, step-by-step repair guidance — free and accessible from anywhere.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329184" cy="548640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1363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7909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the full AI development stack: design, API integration, deployment, and documentation.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4681728"/>
            <a:ext cx="8979408" cy="457200"/>
          </a:xfrm>
          <a:prstGeom prst="rect">
            <a:avLst/>
          </a:prstGeom>
          <a:solidFill>
            <a:srgbClr val="0F1A35"/>
          </a:solidFill>
          <a:ln w="12700">
            <a:solidFill>
              <a:srgbClr val="0F1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81728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INT 428 – AI Essentials  |  Lovely Professional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A9D5A6-890E-4BB3-CA44-4833DFFDA060}"/>
              </a:ext>
            </a:extLst>
          </p:cNvPr>
          <p:cNvSpPr txBox="1"/>
          <p:nvPr/>
        </p:nvSpPr>
        <p:spPr>
          <a:xfrm>
            <a:off x="3267074" y="2283178"/>
            <a:ext cx="344875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THANK</a:t>
            </a:r>
            <a:r>
              <a:rPr lang="en-US" sz="3200" dirty="0"/>
              <a:t> </a:t>
            </a:r>
            <a:r>
              <a:rPr lang="en-US" sz="400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346350645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DylanVTI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Maintenance Chatbot</dc:title>
  <dc:subject>PptxGenJS Presentation</dc:subject>
  <dc:creator>PptxGenJS</dc:creator>
  <cp:lastModifiedBy>PptxGenJS</cp:lastModifiedBy>
  <cp:revision>41</cp:revision>
  <dcterms:created xsi:type="dcterms:W3CDTF">2026-05-05T07:26:28Z</dcterms:created>
  <dcterms:modified xsi:type="dcterms:W3CDTF">2026-05-05T08:01:05Z</dcterms:modified>
</cp:coreProperties>
</file>